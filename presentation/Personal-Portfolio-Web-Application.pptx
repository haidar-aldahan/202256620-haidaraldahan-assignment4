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Funnel Display" panose="020B0604020202020204" charset="0"/>
      <p:regular r:id="rId11"/>
    </p:embeddedFont>
    <p:embeddedFont>
      <p:font typeface="Funnel San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318" y="1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9273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haidar-aldahan.github.io/202256620-HaidarAlDahan-assignment4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haidar-aldahan.github.io/202256620-HaidarAlDahan-assignment4/" TargetMode="Externa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195989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Personal Portfolio Web Application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3962995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SWE363 – Web Engineering | Assignment 4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4124" y="4615220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Haidar AlDahan · ID: 202256620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24124" y="5267444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u="sng" dirty="0">
                <a:solidFill>
                  <a:srgbClr val="CE5099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https://haidar-aldahan.github.io/202256620-HaidarAlDahan-assignment4/</a:t>
            </a:r>
            <a:endParaRPr lang="en-US" sz="18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88319C-C908-4ED0-721E-5370C9282AC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5292" y="7267441"/>
            <a:ext cx="3334215" cy="9621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22189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What Did I Build?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504956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fully deployed personal portfolio website — built from scratch with </a:t>
            </a:r>
            <a:r>
              <a:rPr lang="en-US" sz="18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HTML, CSS, and Vanilla JavaScript</a:t>
            </a: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No frameworks. No shortcuts. Live on GitHub Pages.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3540204"/>
            <a:ext cx="4158734" cy="1755458"/>
          </a:xfrm>
          <a:prstGeom prst="roundRect">
            <a:avLst>
              <a:gd name="adj" fmla="val 5727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84659" y="378714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About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84659" y="4282678"/>
            <a:ext cx="366486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Personal introduction and background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5235773" y="3540204"/>
            <a:ext cx="4158734" cy="1755458"/>
          </a:xfrm>
          <a:prstGeom prst="roundRect">
            <a:avLst>
              <a:gd name="adj" fmla="val 5727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482709" y="378714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Skills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2709" y="4282678"/>
            <a:ext cx="366486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Technical competencies displayed visually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9633823" y="3540204"/>
            <a:ext cx="4158853" cy="1755458"/>
          </a:xfrm>
          <a:prstGeom prst="roundRect">
            <a:avLst>
              <a:gd name="adj" fmla="val 5727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880759" y="378714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Projects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80759" y="4282678"/>
            <a:ext cx="366498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Filterable, searchable project showcase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837724" y="5534978"/>
            <a:ext cx="6357818" cy="1372433"/>
          </a:xfrm>
          <a:prstGeom prst="roundRect">
            <a:avLst>
              <a:gd name="adj" fmla="val 7326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084659" y="578191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GitHub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84659" y="6277451"/>
            <a:ext cx="58639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Live repos via REST API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7434858" y="5534978"/>
            <a:ext cx="6357818" cy="1372433"/>
          </a:xfrm>
          <a:prstGeom prst="roundRect">
            <a:avLst>
              <a:gd name="adj" fmla="val 7326"/>
            </a:avLst>
          </a:prstGeom>
          <a:solidFill>
            <a:srgbClr val="FAF5EB"/>
          </a:solidFill>
          <a:ln w="7620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681793" y="578191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Contact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81793" y="6277451"/>
            <a:ext cx="58639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Working email form via EmailJS</a:t>
            </a:r>
            <a:endParaRPr lang="en-US" sz="18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8700603-DB5F-D07E-519B-8D153A56564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8889" y="7599472"/>
            <a:ext cx="2033701" cy="5868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603415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Key Features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724" y="2786182"/>
            <a:ext cx="478750" cy="478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15678" y="286845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Responsive Design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15678" y="3363992"/>
            <a:ext cx="554986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Fluid layouts for mobile, tablet, and desktop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4743" y="2786182"/>
            <a:ext cx="478750" cy="47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42697" y="286845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Dark / Light Theme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242697" y="3363992"/>
            <a:ext cx="5549979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Instant toggle with persistent preference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7724" y="4225766"/>
            <a:ext cx="478750" cy="47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15678" y="4308038"/>
            <a:ext cx="334946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Project Filtering &amp; Search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15678" y="4803577"/>
            <a:ext cx="554986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Filter, search, and sort projects dynamically</a:t>
            </a:r>
            <a:endParaRPr lang="en-US" sz="1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4743" y="4225766"/>
            <a:ext cx="478750" cy="47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42697" y="430803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Live GitHub API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242697" y="4803577"/>
            <a:ext cx="5549979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Real-time repository data via REST API</a:t>
            </a:r>
            <a:endParaRPr lang="en-US" sz="18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7724" y="5665351"/>
            <a:ext cx="478750" cy="4787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15678" y="5747623"/>
            <a:ext cx="291084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EmailJS Contact Form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1615678" y="6243161"/>
            <a:ext cx="554986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 email delivery — no backend required</a:t>
            </a:r>
            <a:endParaRPr lang="en-US" sz="18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64743" y="5665351"/>
            <a:ext cx="478750" cy="47875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242697" y="574762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Scroll Animations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8242697" y="6243161"/>
            <a:ext cx="5549979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Typing hero effect, scroll reveals, back-to-top button</a:t>
            </a:r>
            <a:endParaRPr lang="en-US" sz="1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6DFF4CA-5DC7-72A2-8CE7-6C5D14DB33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20892" y="7201665"/>
            <a:ext cx="3334215" cy="9621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210747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Live Demonstration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2273737"/>
            <a:ext cx="7468553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50"/>
              </a:lnSpc>
              <a:buNone/>
            </a:pPr>
            <a:r>
              <a:rPr lang="en-US" sz="61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Switching to live site →</a:t>
            </a:r>
            <a:endParaRPr lang="en-US" sz="6100" dirty="0"/>
          </a:p>
        </p:txBody>
      </p:sp>
      <p:sp>
        <p:nvSpPr>
          <p:cNvPr id="5" name="Text 2"/>
          <p:cNvSpPr/>
          <p:nvPr/>
        </p:nvSpPr>
        <p:spPr>
          <a:xfrm>
            <a:off x="837724" y="4575810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Explore the fully deployed portfolio live on GitHub Pages. Navigate all sections, toggle themes, filter projects, and test the contact form.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837724" y="5611058"/>
            <a:ext cx="7468553" cy="1407795"/>
          </a:xfrm>
          <a:prstGeom prst="roundRect">
            <a:avLst>
              <a:gd name="adj" fmla="val 7142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039" y="5975033"/>
            <a:ext cx="299204" cy="2393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15559" y="5910143"/>
            <a:ext cx="6451402" cy="77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🔗 </a:t>
            </a:r>
            <a:r>
              <a:rPr lang="en-US" sz="1850" u="sng" dirty="0">
                <a:solidFill>
                  <a:srgbClr val="CE5099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https://haidar-aldahan.github.io/202256620-HaidarAlDahan-assignment4/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6987" y="484584"/>
            <a:ext cx="4136350" cy="516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How It's Built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1606987" y="3458885"/>
            <a:ext cx="5493663" cy="1256467"/>
          </a:xfrm>
          <a:prstGeom prst="roundRect">
            <a:avLst>
              <a:gd name="adj" fmla="val 587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614607" y="3466505"/>
            <a:ext cx="5478423" cy="41374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790462" y="3551515"/>
            <a:ext cx="1562100" cy="243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index.html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711654" y="3551515"/>
            <a:ext cx="3205639" cy="243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Semantic structure &amp; accessibility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614607" y="3880247"/>
            <a:ext cx="5478423" cy="41374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790462" y="3965258"/>
            <a:ext cx="1562100" cy="243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css/styles.css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711654" y="3965258"/>
            <a:ext cx="3205639" cy="243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Theming, layout, animations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614607" y="4293989"/>
            <a:ext cx="5478423" cy="41374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790462" y="4379000"/>
            <a:ext cx="1562100" cy="243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js/script.js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711654" y="4379000"/>
            <a:ext cx="3205639" cy="243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Interactivity, API calls, EmailJS</a:t>
            </a:r>
            <a:endParaRPr lang="en-US" sz="13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133" y="1340287"/>
            <a:ext cx="5493663" cy="5493663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7133" y="1340287"/>
            <a:ext cx="5493663" cy="5493663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606987" y="7124224"/>
            <a:ext cx="11416308" cy="620673"/>
          </a:xfrm>
          <a:prstGeom prst="roundRect">
            <a:avLst>
              <a:gd name="adj" fmla="val 11896"/>
            </a:avLst>
          </a:prstGeom>
          <a:solidFill>
            <a:srgbClr val="C5DBE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2723" y="7372945"/>
            <a:ext cx="219670" cy="1757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78129" y="7297222"/>
            <a:ext cx="10669429" cy="243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 frameworks — pure HTML, CSS, JS + GitHub API + EmailJS</a:t>
            </a:r>
            <a:endParaRPr lang="en-US" sz="13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5ADF52F-DAF8-62E6-AEE8-9226F683148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47558" y="7797599"/>
            <a:ext cx="1667642" cy="3914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26519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AI Tools Used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65440" y="1789509"/>
            <a:ext cx="6530102" cy="5713452"/>
          </a:xfrm>
          <a:prstGeom prst="roundRect">
            <a:avLst>
              <a:gd name="adj" fmla="val 3017"/>
            </a:avLst>
          </a:prstGeom>
          <a:solidFill>
            <a:srgbClr val="3371A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904756" y="202882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Claude (Anthropic)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04756" y="2620089"/>
            <a:ext cx="6051471" cy="4799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EmailJS service config, template variables &amp; JS integration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Debugged silent email failures (mismatched variable names)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IntersectionObserver scroll animation logic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Typewriter effect with role cycling &amp; timing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Resolved scroll animation conflicts with project cards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Back-to-top button scroll event &amp; CSS transition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Code structure review &amp; organization suggestions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README, AI report &amp; technical documentation drafts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614761" y="202882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ChatGPT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14761" y="2620089"/>
            <a:ext cx="6185535" cy="1783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Cross-checked debouncing implementation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Validated GitHub API fetch &amp; error handling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Suggested back-to-top scroll threshold 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Alternative CSS animation approaches for comparison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7614761" y="4732258"/>
            <a:ext cx="6185535" cy="17859"/>
          </a:xfrm>
          <a:prstGeom prst="rect">
            <a:avLst/>
          </a:prstGeom>
          <a:solidFill>
            <a:srgbClr val="2B3541">
              <a:alpha val="5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7614761" y="5079087"/>
            <a:ext cx="6185535" cy="1783199"/>
          </a:xfrm>
          <a:prstGeom prst="roundRect">
            <a:avLst>
              <a:gd name="adj" fmla="val 5638"/>
            </a:avLst>
          </a:prstGeom>
          <a:solidFill>
            <a:srgbClr val="C5DBE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077" y="5443061"/>
            <a:ext cx="299204" cy="23931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92597" y="5378172"/>
            <a:ext cx="5168384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All AI output was reviewed, tested, and manually modified — AI assisted, never replaced my understanding.</a:t>
            </a:r>
            <a:endParaRPr lang="en-US" sz="18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905236A-BD3B-E421-360B-078AA1EBCC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2227" y="7608121"/>
            <a:ext cx="1897507" cy="5475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2334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Technical Deep Dive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206109"/>
            <a:ext cx="4158734" cy="5000030"/>
          </a:xfrm>
          <a:prstGeom prst="roundRect">
            <a:avLst>
              <a:gd name="adj" fmla="val 2418"/>
            </a:avLst>
          </a:prstGeom>
          <a:solidFill>
            <a:srgbClr val="FAF5EB"/>
          </a:solidFill>
          <a:ln w="30480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868204" y="2236589"/>
            <a:ext cx="4097774" cy="718066"/>
          </a:xfrm>
          <a:prstGeom prst="roundRect">
            <a:avLst>
              <a:gd name="adj" fmla="val 8908"/>
            </a:avLst>
          </a:prstGeom>
          <a:solidFill>
            <a:srgbClr val="FAF5E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37604" y="2412325"/>
            <a:ext cx="358973" cy="3589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7519" y="3193971"/>
            <a:ext cx="2816185" cy="367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✅</a:t>
            </a: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Resolved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07519" y="3704749"/>
            <a:ext cx="3619143" cy="3231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EmailJS variable mismatch — fixed manually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Scroll animation conflicts — resolved with separate CSS classes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GitHub API errors — handled with graceful fallback messages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5235773" y="2206109"/>
            <a:ext cx="4158734" cy="5000030"/>
          </a:xfrm>
          <a:prstGeom prst="roundRect">
            <a:avLst>
              <a:gd name="adj" fmla="val 2418"/>
            </a:avLst>
          </a:prstGeom>
          <a:solidFill>
            <a:srgbClr val="FAF5EB"/>
          </a:solidFill>
          <a:ln w="30480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5266253" y="2236589"/>
            <a:ext cx="4097774" cy="718066"/>
          </a:xfrm>
          <a:prstGeom prst="roundRect">
            <a:avLst>
              <a:gd name="adj" fmla="val 8908"/>
            </a:avLst>
          </a:prstGeom>
          <a:solidFill>
            <a:srgbClr val="FAF5E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5654" y="2412325"/>
            <a:ext cx="358973" cy="3589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05569" y="3193971"/>
            <a:ext cx="2816185" cy="367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⚠️</a:t>
            </a: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Unresolved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505569" y="3704749"/>
            <a:ext cx="3619143" cy="1615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 auto-reply to contact form visitors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GitHub API rate limit (60 req/hr without auth)</a:t>
            </a:r>
            <a:endParaRPr lang="en-US" sz="1850" dirty="0"/>
          </a:p>
        </p:txBody>
      </p:sp>
      <p:sp>
        <p:nvSpPr>
          <p:cNvPr id="13" name="Shape 9"/>
          <p:cNvSpPr/>
          <p:nvPr/>
        </p:nvSpPr>
        <p:spPr>
          <a:xfrm>
            <a:off x="9633823" y="2206109"/>
            <a:ext cx="4158853" cy="5000030"/>
          </a:xfrm>
          <a:prstGeom prst="roundRect">
            <a:avLst>
              <a:gd name="adj" fmla="val 2417"/>
            </a:avLst>
          </a:prstGeom>
          <a:solidFill>
            <a:srgbClr val="FAF5EB"/>
          </a:solidFill>
          <a:ln w="30480">
            <a:solidFill>
              <a:srgbClr val="D5CDB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0"/>
          <p:cNvSpPr/>
          <p:nvPr/>
        </p:nvSpPr>
        <p:spPr>
          <a:xfrm>
            <a:off x="9664303" y="2236589"/>
            <a:ext cx="4097893" cy="718066"/>
          </a:xfrm>
          <a:prstGeom prst="roundRect">
            <a:avLst>
              <a:gd name="adj" fmla="val 8908"/>
            </a:avLst>
          </a:prstGeom>
          <a:solidFill>
            <a:srgbClr val="FAF5E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33703" y="2412325"/>
            <a:ext cx="358973" cy="35897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903619" y="3193971"/>
            <a:ext cx="2816185" cy="367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🔮</a:t>
            </a:r>
            <a:r>
              <a:rPr lang="en-US" sz="2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 Future Plans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903619" y="3704749"/>
            <a:ext cx="3619262" cy="2082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Auto-reply via EmailJS configuration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GitHub OAuth token for higher rate limits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Blog / writing section</a:t>
            </a:r>
            <a:endParaRPr lang="en-US" sz="18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B9FA5C6-14D2-4A01-DFAD-BC864F8C94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25600" y="7445455"/>
            <a:ext cx="2283711" cy="6590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3068" y="594479"/>
            <a:ext cx="492835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What I Achieved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649" y="1583412"/>
            <a:ext cx="314087" cy="314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3748" y="1576864"/>
            <a:ext cx="3684865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Fully deployed on GitHub Pages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13748" y="1994773"/>
            <a:ext cx="12483584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Live, accessible, and production-ready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649" y="2681883"/>
            <a:ext cx="314087" cy="3140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3748" y="2675334"/>
            <a:ext cx="4580811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Responsive design without frameworks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1413748" y="3093244"/>
            <a:ext cx="12483584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Mobile-first CSS built from scratch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649" y="3780353"/>
            <a:ext cx="314087" cy="31408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13748" y="3773805"/>
            <a:ext cx="3840480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Two real external APIs integrated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413748" y="4191714"/>
            <a:ext cx="12483584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GitHub REST API + EmailJS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649" y="4878824"/>
            <a:ext cx="314087" cy="31408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13748" y="4872276"/>
            <a:ext cx="4278154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Working email system — no backend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1413748" y="5290185"/>
            <a:ext cx="12483584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Serverless contact form via EmailJS</a:t>
            </a:r>
            <a:endParaRPr lang="en-US" sz="16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649" y="5977295"/>
            <a:ext cx="314087" cy="31408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13748" y="5970746"/>
            <a:ext cx="4335185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Responsible AI-assisted development</a:t>
            </a:r>
            <a:endParaRPr lang="en-US" sz="1900" dirty="0"/>
          </a:p>
        </p:txBody>
      </p:sp>
      <p:sp>
        <p:nvSpPr>
          <p:cNvPr id="17" name="Text 10"/>
          <p:cNvSpPr/>
          <p:nvPr/>
        </p:nvSpPr>
        <p:spPr>
          <a:xfrm>
            <a:off x="1413748" y="6388656"/>
            <a:ext cx="12483584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AI as a learning tool, not a replacement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1047155" y="7114937"/>
            <a:ext cx="12850178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portfolio is mine to keep, improve, and share proudly.</a:t>
            </a:r>
            <a:endParaRPr lang="en-US" sz="1600" dirty="0"/>
          </a:p>
        </p:txBody>
      </p:sp>
      <p:sp>
        <p:nvSpPr>
          <p:cNvPr id="19" name="Shape 12"/>
          <p:cNvSpPr/>
          <p:nvPr/>
        </p:nvSpPr>
        <p:spPr>
          <a:xfrm>
            <a:off x="733068" y="6908840"/>
            <a:ext cx="22860" cy="726281"/>
          </a:xfrm>
          <a:prstGeom prst="rect">
            <a:avLst/>
          </a:prstGeom>
          <a:solidFill>
            <a:srgbClr val="3371A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EDAF0D9-1E73-72A6-41CB-5613752B23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0893" y="7635121"/>
            <a:ext cx="1789507" cy="51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492</Words>
  <Application>Microsoft Office PowerPoint</Application>
  <PresentationFormat>Custom</PresentationFormat>
  <Paragraphs>89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Funnel Display</vt:lpstr>
      <vt:lpstr>Funnel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zFiora .</cp:lastModifiedBy>
  <cp:revision>3</cp:revision>
  <dcterms:created xsi:type="dcterms:W3CDTF">2026-04-25T13:30:19Z</dcterms:created>
  <dcterms:modified xsi:type="dcterms:W3CDTF">2026-04-25T14:28:43Z</dcterms:modified>
</cp:coreProperties>
</file>